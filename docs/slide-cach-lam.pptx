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6E99"/>
                </a:solidFill>
              </a:rPr>
              <a:t>AI Web Apps — 4 chức năng AI sau một backend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E6A7A"/>
                </a:solidFill>
              </a:rPr>
              <a:t>Lập trình Web nâng cao · nộp 01/10/2026 · github.com/MMMAlonea04/AI_Web_Apps_Streamlit_React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6E99"/>
                </a:solidFill>
              </a:rPr>
              <a:t>CÁCH LÀM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1B2433"/>
                </a:solidFill>
              </a:rPr>
              <a:t>1.  Tách 3 tầng: core/ chỉ suy luận → api/ bọc thành HTTP → giao diện chỉ gọi API.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B2433"/>
                </a:solidFill>
              </a:rPr>
              <a:t>2.  Một nơi giữ mô hình: FastAPI nạp 4 mô hình một lần; Streamlit và React đều là client mỏng.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B2433"/>
                </a:solidFill>
              </a:rPr>
              <a:t>3.  Cấu hình bằng biến môi trường (config.py): đổi mô hình, bật/tắt mô hình, đổi ngưỡng — không sửa code.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B2433"/>
                </a:solidFill>
              </a:rPr>
              <a:t>4.  Sinh trọng số và chỉ mục trên Colab T4 rồi mang về repo; dữ liệu thô, node_modules và .venv được .gitignore lọc sạch.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B2433"/>
                </a:solidFill>
              </a:rPr>
              <a:t>5.  Đo trước khi nộp: mỗi mô hình lưu metrics.json; độ trễ lấy từ header X-Process-Time-ms.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B2433"/>
                </a:solidFill>
              </a:rPr>
              <a:t>6.  Mọi bước chạy lại được bằng script: build_artifacts.py, serve.py, pytest.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6E99"/>
                </a:solidFill>
              </a:rPr>
              <a:t>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10912"/>
            <a:ext cx="5074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</a:rPr>
              <a:t>Trình duyệt → Streamlit (8501) ─┐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</a:rPr>
              <a:t>                                ├→ FastAPI (8000) → core/ (4 mô hình)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</a:rPr>
              <a:t>Trình duyệt → React (web/dist) ─┘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</a:rPr>
              <a:t>Sau khi npm run build, FastAPI phục vụ luôn web/dist → một cổng, một link, không cần CORS.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28016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6E99"/>
                </a:solidFill>
              </a:rPr>
              <a:t>4 CHỨC NĂNG — đều chạy thật, kiểm chứng qua link công khai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97880" y="1600200"/>
          <a:ext cx="5897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103120"/>
                <a:gridCol w="2011680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Chức năng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Kết quả chạy thật</a:t>
                      </a:r>
                    </a:p>
                  </a:txBody>
                  <a:tcPr marL="50800" marR="50800" marT="12700" marB="12700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</a:rPr>
                        <a:t>1. Phân loại ảnh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ResNet-18 fine-tune, 5 loài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sunflowers 88.6% · 39 ms</a:t>
                      </a:r>
                    </a:p>
                  </a:txBody>
                  <a:tcPr marL="50800" marR="50800" marT="12700" marB="12700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</a:rPr>
                        <a:t>2. Phát hiện đối tượng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YOLO11n, 80 lớp COCO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bus:1, person:4 · 65 ms</a:t>
                      </a:r>
                    </a:p>
                  </a:txBody>
                  <a:tcPr marL="50800" marR="50800" marT="12700" marB="12700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</a:rPr>
                        <a:t>3. Tìm kiếm ảnh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CLIP ViT-B/32 + FAISS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5/5 đúng loài · 20 ms</a:t>
                      </a:r>
                    </a:p>
                  </a:txBody>
                  <a:tcPr marL="50800" marR="50800" marT="12700" marB="12700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</a:rPr>
                        <a:t>4. Chatbot RAG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Qwen2.5 + MiniLM + FAISS</a:t>
                      </a: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</a:rPr>
                        <a:t>truy xuất 10/10 đúng tài liệu · 3,1 s</a:t>
                      </a:r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97880" y="3611880"/>
            <a:ext cx="5897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ĐỘ TRỄ ĐO TRÊN COLAB T4 (p50 / p95, phía server)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     Phân loại ảnh          39 / 71 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     Phát hiện đối tượng    65 / 88 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     Tìm ảnh bằng chữ        20 / 37 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     Tìm ảnh bằng ảnh        44 / 66 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     Chatbot             3.105 / 4.728 ms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Nút cổ chai là tunnel Cloudflare, không phải mô hình: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vòng-trip 559 ms trong khi server chỉ xử lý 39 ms.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B2433"/>
                </a:solidFill>
              </a:rPr>
              <a:t>Phát hiện trả ảnh base64 ~368 KB nên vòng-trip chậm hơn hẳn.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09360"/>
            <a:ext cx="11338560" cy="4572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6422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5E6A7A"/>
                </a:solidFill>
              </a:rPr>
              <a:t>AI hỗ trợ làm bài: Kimi Code CLI (Moonshot AI), mô hình deepseek-flash.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5E6A7A"/>
                </a:solidFill>
              </a:rPr>
              <a:t>Mô hình trong sản phẩm: ResNet-18 · YOLO11n 8.4.165 (AGPL-3.0) · CLIP ViT-B/32 · MiniLM-L12-v2 · Qwen2.5-1.5B-Instruct.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