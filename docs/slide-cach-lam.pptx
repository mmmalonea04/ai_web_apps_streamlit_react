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B6E99"/>
                </a:solidFill>
              </a:rPr>
              <a:t>Cách làm — 3 tầng, 5 bước, 4 chức năng chạy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5895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E6A7A"/>
                </a:solidFill>
              </a:rPr>
              <a:t>AI Web Apps · Lập trình Web nâng cao · nộp 01/10/2026 · github.com/MMMAlonea04/AI_Web_Apps_Streamlit_React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B6E99"/>
                </a:solidFill>
              </a:rPr>
              <a:t>CÁCH LÀM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1.  Tách 3 tầng: core/ chỉ suy luận → api/ bọc HTTP → giao diện chỉ gọi API.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2.  Một nơi giữ mô hình: FastAPI nạp 4 mô hình một lần; Streamlit và React đều là client mỏng.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3.  Cấu hình bằng biến môi trường (config.py): đổi mô hình, bật/tắt mô hình, đổi ngưỡng — không sửa code.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4.  Sinh trọng số và chỉ mục trên Colab T4 (build_artifacts.py, 5 stage cố định) rồi mang về repo.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5.  Đo trước khi nộp: mỗi mô hình lưu metrics.json; độ trễ lấy từ header X-Process-Time-ms.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1B2433"/>
                </a:solidFill>
              </a:rPr>
              <a:t>6.  Kiểm thử: 7 test pytest chạy 0,4 giây không cần GPU.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B6E99"/>
                </a:solidFill>
              </a:rPr>
              <a:t>KIẾN TRÚC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E6A7A"/>
                </a:solidFill>
              </a:rPr>
              <a:t>Trình duyệt → Streamlit (8501) ─┐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E6A7A"/>
                </a:solidFill>
              </a:rPr>
              <a:t>                                ├→ FastAPI (8000) → core/ (4 mô hình)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E6A7A"/>
                </a:solidFill>
              </a:rPr>
              <a:t>Trình duyệt → React (web/dist) ─┘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E6A7A"/>
                </a:solidFill>
              </a:rPr>
              <a:t>Sau khi build React: một cổng, một link, không cần CORS.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18872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B6E99"/>
                </a:solidFill>
              </a:rPr>
              <a:t>4 CHỨC NĂNG + SỐ ĐO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36192"/>
          <a:ext cx="5440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9748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Chức năng</a:t>
                      </a: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Số đo thực tế</a:t>
                      </a:r>
                    </a:p>
                  </a:txBody>
                  <a:tcPr marL="63500" marR="63500" marT="25400" marB="25400" anchor="ctr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B2433"/>
                          </a:solidFill>
                        </a:rPr>
                        <a:t>1. Phân loại ảnh</a:t>
                      </a: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B2433"/>
                          </a:solidFill>
                        </a:rPr>
                        <a:t>accuracy 0.9510 · 39 ms</a:t>
                      </a:r>
                    </a:p>
                  </a:txBody>
                  <a:tcPr marL="63500" marR="63500" marT="25400" marB="25400" anchor="ctr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B2433"/>
                          </a:solidFill>
                        </a:rPr>
                        <a:t>2. Phát hiện đối tượng</a:t>
                      </a: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B2433"/>
                          </a:solidFill>
                        </a:rPr>
                        <a:t>mAP50 0.6696 · 65 ms</a:t>
                      </a:r>
                    </a:p>
                  </a:txBody>
                  <a:tcPr marL="63500" marR="63500" marT="25400" marB="25400" anchor="ctr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B2433"/>
                          </a:solidFill>
                        </a:rPr>
                        <a:t>3. Tìm kiếm ảnh</a:t>
                      </a: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B2433"/>
                          </a:solidFill>
                        </a:rPr>
                        <a:t>Precision@5 0.8760 · 20 ms</a:t>
                      </a:r>
                    </a:p>
                  </a:txBody>
                  <a:tcPr marL="63500" marR="63500" marT="25400" marB="25400" anchor="ctr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B2433"/>
                          </a:solidFill>
                        </a:rPr>
                        <a:t>4. Chatbot RAG</a:t>
                      </a: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B2433"/>
                          </a:solidFill>
                        </a:rPr>
                        <a:t>Hit@1 1.00 · 3.105 ms</a:t>
                      </a:r>
                    </a:p>
                  </a:txBody>
                  <a:tcPr marL="63500" marR="63500" marT="25400" marB="25400"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3337560"/>
            <a:ext cx="5440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KHAI BÁO AI ĐÃ DÙNG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Kimi Code CLI (Moonshot AI) — deepseek-flash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Mô hình trong sản phẩm: ResNet-18 · YOLO11n 8.4.165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(AGPL-3.0) · CLIP ViT-B/32 · MiniLM · Qwen2.5-1.5B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HẠN CHẾ ĐÃ BIẾT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•  Gõ tiếng Việt không dấu làm truy xuất sai tài liệu.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•  mAP đo trên COCO128 — chính dữ liệu mô hình đã học.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B2433"/>
                </a:solidFill>
              </a:rPr>
              <a:t>   •  API chưa có xác thực và giới hạn tần suất.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355080"/>
            <a:ext cx="11292840" cy="384048"/>
          </a:xfrm>
          <a:prstGeom prst="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40994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E6A7A"/>
                </a:solidFill>
              </a:rPr>
              <a:t>Clone repo là chạy được ngay: đã kèm artifacts/ và data/gallery/  ·  github.com/MMMAlonea04/AI_Web_Apps_Streamlit_React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