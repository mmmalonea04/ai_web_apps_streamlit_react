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6E99"/>
                </a:solidFill>
              </a:rPr>
              <a:t>AI Web Apps — 4 chức năng AI sau một backend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6A7A"/>
                </a:solidFill>
              </a:rPr>
              <a:t>Lập trình Web nâng cao · nộp 01/10/2026 · github.com/MMMAlonea04/AI_Web_Apps_Streamlit_React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THẦY GIAO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B2433"/>
                </a:solidFill>
              </a:rPr>
              <a:t>•  Một trang web chứa đủ 4 chức năng AI trong notebook của thầy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B2433"/>
                </a:solidFill>
              </a:rPr>
              <a:t>•  Mỗi chức năng phải chạy mượt trên web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B2433"/>
                </a:solidFill>
              </a:rPr>
              <a:t>•  Kèm link GitHub, README có ảnh giao diện, 1 slide về cách làm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B2433"/>
                </a:solidFill>
              </a:rPr>
              <a:t>•  Được dùng AI nhưng phải ghi rõ công cụ và phiên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LÀM TRÊN CLOUD, KHÔNG CẦN GPU Ở NHÀ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33087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B2433"/>
                </a:solidFill>
              </a:rPr>
              <a:t>Sinh trọng số và chỉ mục trên Google Colab T4 (16 GB VRAM) rồi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B2433"/>
                </a:solidFill>
              </a:rPr>
              <a:t>mang kết quả về repo. Máy nhóm chỉ có GPU AMD + MX150 2 GB —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B2433"/>
                </a:solidFill>
              </a:rPr>
              <a:t>không đủ để huấn luyện, nhưng đủ để chạy lại và kiểm thử.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B2433"/>
                </a:solidFill>
              </a:rPr>
              <a:t>Nhờ vậy mọi bước đều tái lập được bằng script, không phụ thuộc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B2433"/>
                </a:solidFill>
              </a:rPr>
              <a:t>vào một máy cụ thể nào.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344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4 CHỨC NĂNG ĐÃ LÀM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00200"/>
            <a:ext cx="5852160" cy="960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7335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6E99"/>
                </a:solidFill>
              </a:rPr>
              <a:t>1. Phân loại 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9476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1B2433"/>
                </a:solidFill>
              </a:rPr>
              <a:t>ResNet-18 fine-tune · 5 loài hoa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203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daisy 91.2% trong 11.6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679191"/>
            <a:ext cx="5852160" cy="960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7523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6E99"/>
                </a:solidFill>
              </a:rPr>
              <a:t>2. Phát hiện đối tượng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02666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1B2433"/>
                </a:solidFill>
              </a:rPr>
              <a:t>YOLO11n · 80 lớp COCO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2826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cake 93.0% · fork 96.1% · 108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758183"/>
            <a:ext cx="5852160" cy="960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83133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6E99"/>
                </a:solidFill>
              </a:rPr>
              <a:t>3. Tìm kiếm ảnh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105655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1B2433"/>
                </a:solidFill>
              </a:rPr>
              <a:t>CLIP ViT-B/32 + FAISS · kho 628 ảnh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3616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5/5 kết quả đúng loài · 20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837175"/>
            <a:ext cx="5852160" cy="960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910327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6E99"/>
                </a:solidFill>
              </a:rPr>
              <a:t>4. Chatbot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18464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1B2433"/>
                </a:solidFill>
              </a:rPr>
              <a:t>Qwen2.5 + MiniLM + FAISS · 6 tài liệu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44067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trả lời đúng kèm Nguồn (3) · 3,1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55080"/>
            <a:ext cx="11292840" cy="3840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09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E6A7A"/>
                </a:solidFill>
              </a:rPr>
              <a:t>Kết quả: 1 backend FastAPI (8 endpoint) + 2 giao diện web dùng chung  ·  github.com/MMMAlonea04/AI_Web_Apps_Streamlit_React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6E99"/>
                </a:solidFill>
              </a:rPr>
              <a:t>Cách làm (1/3) — Kiến trúc: tách 3 tầng, một nơi giữ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6A7A"/>
                </a:solidFill>
              </a:rPr>
              <a:t>Đây là nguyên tắc xuyên suốt, quyết định mọi lựa chọn phía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B2433"/>
                </a:solidFill>
              </a:rPr>
              <a:t>   Trình duyệt  ──►  Streamlit (8501)            ┐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2433"/>
                </a:solidFill>
              </a:rPr>
              <a:t>                                                  ├──►  FastAPI (8000)  ──►  core/   (4 mô hình, nạp 1 lần)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2433"/>
                </a:solidFill>
              </a:rPr>
              <a:t>   Trình duyệt  ──►  React  (web/dist)     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E6A7A"/>
                </a:solidFill>
              </a:rPr>
              <a:t>Sau khi npm run build, FastAPI phục vụ luôn web/dist  →  một cổng, một link, không cần CORS.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3291840" cy="2286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core/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Chỉ chứa suy luận.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Không biết gì về web.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4 lớp: ImageClassifier,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ObjectDetector, ImageSearch,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RAGChatbot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3291840" cy="2286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api/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Bọc core/ thành HTTP.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8 endpoint, tài liệu tự sinh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tại /docs.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Nạp 4 mô hình MỘT lần lúc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khởi động (lifespan).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743200"/>
            <a:ext cx="3291840" cy="2286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Giao diện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2004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streamlit_app.py và web/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chỉ gọi API — không giữ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mô hình nào.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Hai giao diện dùng chung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một backend.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55080"/>
            <a:ext cx="11292840" cy="3840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09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E6A7A"/>
                </a:solidFill>
              </a:rPr>
              <a:t>Đổi mô hình KHÔNG phải sửa giao diện  ·  cấu hình bằng biến môi trường trong config.py (ENABLED_MODELS, LLM_MODEL, RAG_MIN_SCORE…)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6E99"/>
                </a:solidFill>
              </a:rPr>
              <a:t>Cách làm (2/3) — Quy trình 5 bước và 3 vấn đề đã xử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QUY TRÌNH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36192"/>
            <a:ext cx="457200" cy="4572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910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B2433"/>
                </a:solidFill>
              </a:rPr>
              <a:t>Trích code notebook thành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10512"/>
            <a:ext cx="6355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core/ · api/ · web/ · streamlit_app.py · tests/ — mỗi thứ một chỗ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32304"/>
            <a:ext cx="457200" cy="4572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50592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B2433"/>
                </a:solidFill>
              </a:rPr>
              <a:t>Sinh artifacts trên Colab T4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06624"/>
            <a:ext cx="6355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build_artifacts.py gom 20 cell rời thành 5 stage cố định: data → classifier → detector → retrieval →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46704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B2433"/>
                </a:solidFill>
              </a:rPr>
              <a:t>Backend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02736"/>
            <a:ext cx="6355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8 endpoint; chatbot trả lời bằng SSE để chữ chạy ra dần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24528"/>
            <a:ext cx="457200" cy="4572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42816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B2433"/>
                </a:solidFill>
              </a:rPr>
              <a:t>Hai giao diện dùng chung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98848"/>
            <a:ext cx="6355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Streamlit cho demo nhanh, React cho sản phẩm; React build xong thì FastAPI phục vụ luôn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7550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38927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B2433"/>
                </a:solidFill>
              </a:rPr>
              <a:t>Kiểm thử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94959"/>
            <a:ext cx="6355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5E6A7A"/>
                </a:solidFill>
              </a:rPr>
              <a:t>7 test pytest chạy trong 0,4 giây không cần GPU + smoke test 8 endpoint qua HTTP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3 VẤN ĐỀ ĐÃ XỬ LÝ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536192"/>
            <a:ext cx="4069080" cy="14173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609344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0B6E99"/>
                </a:solidFill>
              </a:rPr>
              <a:t>Mô hình bị nạp trùng ở cả hai giao diện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993391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433"/>
                </a:solidFill>
              </a:rPr>
              <a:t>Tốn gấp đôi RAM/VRAM và lệch kết quả. → Gom về một backend duy nhất, hai giao diện chỉ gọi HTTP.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090672"/>
            <a:ext cx="4069080" cy="14173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163824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0B6E99"/>
                </a:solidFill>
              </a:rPr>
              <a:t>Chỉ mục ảnh ghi đường dẫn tuyệt đối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547872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433"/>
                </a:solidFill>
              </a:rPr>
              <a:t>Mang sang máy khác là hỏng. → Lưu đường dẫn tương đối theo APP_ROOT, dùng .as_posix() để không lệ thuộc Windows/Linux.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645152"/>
            <a:ext cx="4069080" cy="14173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718304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0B6E99"/>
                </a:solidFill>
              </a:rPr>
              <a:t>Chatbot trả lời bằng kiến thức ngoài tài liệu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5102352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433"/>
                </a:solidFill>
              </a:rPr>
              <a:t>Hỏi “Thủ đô của Pháp” thì đáp “Paris”. → Thêm ngưỡng RAG_MIN_SCORE: điểm truy xuất quá thấp thì từ chối thay vì gọi LLM.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355080"/>
            <a:ext cx="11292840" cy="3840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409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E6A7A"/>
                </a:solidFill>
              </a:rPr>
              <a:t>Cả 3 vấn đề đều phát hiện bằng cách chạy thật và đo, không phải bằng đọc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6E99"/>
                </a:solidFill>
              </a:rPr>
              <a:t>Cách làm (3/3) — Kết quả: 4 chức năng đều chạy thật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6A7A"/>
                </a:solidFill>
              </a:rPr>
              <a:t>Số lấy từ artifacts/*/metrics.json sinh trên Colab T4; độ trễ là thời gian xử lý phía server (p50)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928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4754880"/>
                <a:gridCol w="1508760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Chức năng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Kết quả chạy thật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Độ trễ p50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1. Phân loại ảnh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ResNet-18 fine-tune, 5 loài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daisy 91.2% · accuracy 0.9510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39 ms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2. Phát hiện đối tượng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YOLO11n, 80 lớp COCO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{bus:1, person:4} · mAP50 0.6696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65 ms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3. Tìm kiếm ảnh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CLIP ViT-B/32 + FAISS, 628 ảnh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5/5 đúng loài · Precision@5 0.8760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20 ms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4. Chatbot RAG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Qwen2.5 + MiniLM + FAISS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đúng “7 ngày” + Nguồn (3) · Hit@1 1.00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3.105 ms</a:t>
                      </a:r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pic>
        <p:nvPicPr>
          <p:cNvPr id="6" name="Picture 5" descr="01-streamlit-tong-q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7520"/>
            <a:ext cx="2743200" cy="13186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5E6A7A"/>
                </a:solidFill>
              </a:rPr>
              <a:t>1. Phân loại — Streamlit</a:t>
            </a:r>
          </a:p>
        </p:txBody>
      </p:sp>
      <p:pic>
        <p:nvPicPr>
          <p:cNvPr id="8" name="Picture 7" descr="05-react-phat-hi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017520"/>
            <a:ext cx="2743200" cy="1424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5E6A7A"/>
                </a:solidFill>
              </a:rPr>
              <a:t>2. Phát hiện — React</a:t>
            </a:r>
          </a:p>
        </p:txBody>
      </p:sp>
      <p:pic>
        <p:nvPicPr>
          <p:cNvPr id="10" name="Picture 9" descr="06-react-tim-an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17520"/>
            <a:ext cx="2743200" cy="14225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5E6A7A"/>
                </a:solidFill>
              </a:rPr>
              <a:t>3. Tìm kiếm ảnh — React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3017520"/>
            <a:ext cx="2468880" cy="21453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1160" y="4526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5E6A7A"/>
                </a:solidFill>
              </a:rPr>
              <a:t>4. Chatbot RAG — trên điện thoại: trả lời kèm Nguồn 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92840" cy="3840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09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E6A7A"/>
                </a:solidFill>
              </a:rPr>
              <a:t>Ảnh gốc độ phân giải đầy đủ ở docs/screenshots/ · README nhúng cả 8 ảnh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6E99"/>
                </a:solidFill>
              </a:rPr>
              <a:t>Số đo, kiểm thử và khai báo sử dụng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SỐ ĐO THỰC TẾ (artifacts/*/metrics.json)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36192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737360"/>
                <a:gridCol w="1737360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Chỉ số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Số đo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Trên bao nhiêu mẫu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ResNet-18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test accuracy / macro-F1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0.9510 / 0.9509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367 ảnh test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YOLO11n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mAP50 / mAP50-95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0.6696 / 0.5024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128 ảnh COCO128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CLIP + FAISS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Precision@5 / @10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0.8760 / 1.0000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50 + 5 truy vấn</a:t>
                      </a:r>
                    </a:p>
                  </a:txBody>
                  <a:tcPr marL="63500" marR="63500" marT="25400" marB="25400" anchor="ctr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</a:rPr>
                        <a:t>Qwen + MiniLM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Hit@1 / Hit@3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1.00 / 1.00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</a:rPr>
                        <a:t>10 câu hỏi</a:t>
                      </a:r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B2433"/>
                </a:solidFill>
              </a:rPr>
              <a:t>•  Độ trễ server (p50 / p95): phân loại 39/71 ms · phát hiện 65/88 ms ·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B2433"/>
                </a:solidFill>
              </a:rPr>
              <a:t>    tìm ảnh 20/37 ms · chatbot 3.105/4.728 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B2433"/>
                </a:solidFill>
              </a:rPr>
              <a:t>•  Nút cổ chai là Cloudflare Tunnel chứ không phải mô hình: vòng-trip 559 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B2433"/>
                </a:solidFill>
              </a:rPr>
              <a:t>    trong khi server chỉ xử lý 39 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B2433"/>
                </a:solidFill>
              </a:rPr>
              <a:t>•  Kiểm thử: 7 test pytest (0,4 s, không cần GPU) + smoke test 8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18872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KHAI BÁO AI ĐÃ DÙNG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36192"/>
            <a:ext cx="4069080" cy="19202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27632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Hỗ trợ làm bài: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   Kimi Code CLI (Moonshot AI) — mô hình deepseek-flash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Mô hình trong sản phẩm: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   ResNet-18 · YOLO11n 8.4.165 (AGPL-3.0)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   CLIP ViT-B/32 · MiniLM-L12-v2 · Qwen2.5-1.5B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Thư viện: torch 2.14.0 · ultralytics 8.4.165 ·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   transformers 5.17.0 · faiss-cpu 1.15.1 ·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B2433"/>
                </a:solidFill>
              </a:rPr>
              <a:t>   fastapi 0.141.1 · streamlit 1.64.0 · vite 8.3.1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61188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6E99"/>
                </a:solidFill>
              </a:rPr>
              <a:t>HẠN CHẾ ĐÃ BIẾT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9319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B2433"/>
                </a:solidFill>
              </a:rPr>
              <a:t>•  Gõ tiếng Việt KHÔNG DẤU làm truy xuất sai tài liệu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B2433"/>
                </a:solidFill>
              </a:rPr>
              <a:t>    (0.674 → 0.359), chatbot trả lời sai theo.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B2433"/>
                </a:solidFill>
              </a:rPr>
              <a:t>•  mAP đo trên COCO128 chính là dữ liệu mô hình đã học.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B2433"/>
                </a:solidFill>
              </a:rPr>
              <a:t>•  Hit@1 chỉ trên 10 câu — mẫu nhỏ.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B2433"/>
                </a:solidFill>
              </a:rPr>
              <a:t>•  API chưa có xác thực và giới hạn tần suất.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92840" cy="3840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9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E6A7A"/>
                </a:solidFill>
              </a:rPr>
              <a:t>Repo: github.com/MMMAlonea04/AI_Web_Apps_Streamlit_React  ·  clone về chạy được ngay (đã kèm artifacts/ và data/gallery/, 99 MB)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